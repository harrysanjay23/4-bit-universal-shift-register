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2" r:id="rId6"/>
    <p:sldId id="265" r:id="rId7"/>
    <p:sldId id="266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DD515CB-CD42-4170-AF03-2226D19406D9}" v="5" dt="2026-09-17T07:46:32.05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6" d="100"/>
          <a:sy n="66" d="100"/>
        </p:scale>
        <p:origin x="644" y="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athvika chiluvuri" userId="8c1f36ec25471c9e" providerId="LiveId" clId="{589735D8-5BEE-4273-B747-5661E57265A3}"/>
    <pc:docChg chg="modSld">
      <pc:chgData name="saathvika chiluvuri" userId="8c1f36ec25471c9e" providerId="LiveId" clId="{589735D8-5BEE-4273-B747-5661E57265A3}" dt="2026-09-17T07:46:32.051" v="4"/>
      <pc:docMkLst>
        <pc:docMk/>
      </pc:docMkLst>
      <pc:sldChg chg="modTransition">
        <pc:chgData name="saathvika chiluvuri" userId="8c1f36ec25471c9e" providerId="LiveId" clId="{589735D8-5BEE-4273-B747-5661E57265A3}" dt="2026-09-17T07:46:32.051" v="4"/>
        <pc:sldMkLst>
          <pc:docMk/>
          <pc:sldMk cId="0" sldId="25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8612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2494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8197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3584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080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210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617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244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312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3577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5983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248302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735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389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6059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6164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3597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91965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4000" b="1">
                <a:solidFill>
                  <a:srgbClr val="EAEEF3"/>
                </a:solidFill>
                <a:latin typeface="Arial"/>
              </a:defRPr>
            </a:pPr>
            <a:r>
              <a:t>Design and Simulation of a 4-Bit Universal Shift Register Using Logic Gates</a:t>
            </a:r>
          </a:p>
          <a:p>
            <a:pPr>
              <a:spcBef>
                <a:spcPts val="1500"/>
              </a:spcBef>
              <a:defRPr sz="1800">
                <a:solidFill>
                  <a:srgbClr val="10B981"/>
                </a:solidFill>
                <a:latin typeface="Arial"/>
              </a:defRPr>
            </a:pPr>
            <a:r>
              <a:t>A Complete Structural Gate-Level Implementation and Verification Framework in Logisim</a:t>
            </a:r>
          </a:p>
        </p:txBody>
      </p:sp>
      <p:pic>
        <p:nvPicPr>
          <p:cNvPr id="5" name="Picture 4" descr="The image depicts a 4-bit Universal Shift Register design, implemented using logic gates, and includes a verification framework in the Logisim software, showcasing the gate-level structure and the digital components Q0 to Q3.&#10;&#10;AI-generated content may be incorrect.">
            <a:extLst>
              <a:ext uri="{FF2B5EF4-FFF2-40B4-BE49-F238E27FC236}">
                <a16:creationId xmlns:a16="http://schemas.microsoft.com/office/drawing/2014/main" id="{47ACDB47-F9E1-F3E6-3352-B1BF84A9BC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" y="0"/>
            <a:ext cx="12170946" cy="6858000"/>
          </a:xfrm>
          <a:prstGeom prst="rect">
            <a:avLst/>
          </a:prstGeom>
        </p:spPr>
      </p:pic>
      <p:pic>
        <p:nvPicPr>
          <p:cNvPr id="6" name="Picture 5" descr="The image depicts a 4-bit Universal Shift Register design using logic gates, complete with a structural gate-level implementation and verification framework in Logisim, showcasing team member IDs.&#10;&#10;AI-generated content may be incorrect.">
            <a:extLst>
              <a:ext uri="{FF2B5EF4-FFF2-40B4-BE49-F238E27FC236}">
                <a16:creationId xmlns:a16="http://schemas.microsoft.com/office/drawing/2014/main" id="{4C33875B-CEB1-EF0A-22B3-A5B39F9597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0222" y="0"/>
            <a:ext cx="12202222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F27FD50-B5FF-602D-52A3-7C81A50022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F2A38"/>
                </a:solidFill>
              </a:defRPr>
            </a:pPr>
            <a:r>
              <a:t>Project Objectives &amp; Technical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5120640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737360"/>
            <a:ext cx="457200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2563EB"/>
                </a:solidFill>
              </a:defRPr>
            </a:pPr>
            <a:r>
              <a:t>Core Project Goals</a:t>
            </a:r>
          </a:p>
          <a:p>
            <a:pPr>
              <a:spcAft>
                <a:spcPts val="1000"/>
              </a:spcAft>
              <a:defRPr sz="1500">
                <a:solidFill>
                  <a:srgbClr val="1F2A38"/>
                </a:solidFill>
              </a:defRPr>
            </a:pPr>
            <a:r>
              <a:t>• Design an fully functional 4-bit Universal Shift Register (USR).</a:t>
            </a:r>
          </a:p>
          <a:p>
            <a:pPr>
              <a:spcAft>
                <a:spcPts val="1000"/>
              </a:spcAft>
              <a:defRPr sz="1500">
                <a:solidFill>
                  <a:srgbClr val="1F2A38"/>
                </a:solidFill>
              </a:defRPr>
            </a:pPr>
            <a:r>
              <a:t>• Avoid high-level pre-built macro components inside Logisim.</a:t>
            </a:r>
          </a:p>
          <a:p>
            <a:pPr>
              <a:spcAft>
                <a:spcPts val="1000"/>
              </a:spcAft>
              <a:defRPr sz="1500">
                <a:solidFill>
                  <a:srgbClr val="1F2A38"/>
                </a:solidFill>
              </a:defRPr>
            </a:pPr>
            <a:r>
              <a:t>• Implement core operations natively utilizing discrete logic gate structures.</a:t>
            </a:r>
          </a:p>
          <a:p>
            <a:pPr>
              <a:spcAft>
                <a:spcPts val="1000"/>
              </a:spcAft>
              <a:defRPr sz="1500">
                <a:solidFill>
                  <a:srgbClr val="1F2A38"/>
                </a:solidFill>
              </a:defRPr>
            </a:pPr>
            <a:r>
              <a:t>• Verify operations dynamically via structural simulation test benches.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463040"/>
            <a:ext cx="5120640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0" y="1737360"/>
            <a:ext cx="457200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0B981"/>
                </a:solidFill>
              </a:defRPr>
            </a:pPr>
            <a:r>
              <a:t>Design &amp; Tool Constraints</a:t>
            </a:r>
          </a:p>
          <a:p>
            <a:pPr>
              <a:spcAft>
                <a:spcPts val="1000"/>
              </a:spcAft>
              <a:defRPr sz="1500">
                <a:solidFill>
                  <a:srgbClr val="1F2A38"/>
                </a:solidFill>
              </a:defRPr>
            </a:pPr>
            <a:r>
              <a:t>• Simulation Environment: Logisim / Logisim-Evolution layout engine.</a:t>
            </a:r>
          </a:p>
          <a:p>
            <a:pPr>
              <a:spcAft>
                <a:spcPts val="1000"/>
              </a:spcAft>
              <a:defRPr sz="1500">
                <a:solidFill>
                  <a:srgbClr val="1F2A38"/>
                </a:solidFill>
              </a:defRPr>
            </a:pPr>
            <a:r>
              <a:t>• Control Structures: Custom built using basic AND, OR, and NOT configurations.</a:t>
            </a:r>
          </a:p>
          <a:p>
            <a:pPr>
              <a:spcAft>
                <a:spcPts val="1000"/>
              </a:spcAft>
              <a:defRPr sz="1500">
                <a:solidFill>
                  <a:srgbClr val="1F2A38"/>
                </a:solidFill>
              </a:defRPr>
            </a:pPr>
            <a:r>
              <a:t>• Storage Elements: Exactly four Edge-Triggered D-Flip Flops (D-FF).</a:t>
            </a:r>
          </a:p>
          <a:p>
            <a:pPr>
              <a:spcAft>
                <a:spcPts val="1000"/>
              </a:spcAft>
              <a:defRPr sz="1500">
                <a:solidFill>
                  <a:srgbClr val="1F2A38"/>
                </a:solidFill>
              </a:defRPr>
            </a:pPr>
            <a:r>
              <a:t>• Global Synchronicity: Single synchronized global clock and Master Reset distribution.</a:t>
            </a:r>
          </a:p>
        </p:txBody>
      </p:sp>
      <p:pic>
        <p:nvPicPr>
          <p:cNvPr id="9" name="Picture 8" descr="The image depicts a visual representation of project objectives and technical scope, showcasing various components like design, simulation environment, control structures, and verification methods.&#10;&#10;AI-generated content may be incorrect.">
            <a:extLst>
              <a:ext uri="{FF2B5EF4-FFF2-40B4-BE49-F238E27FC236}">
                <a16:creationId xmlns:a16="http://schemas.microsoft.com/office/drawing/2014/main" id="{5ABEA7EF-5E5D-DD51-ED6C-3D8582519B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71"/>
            <a:ext cx="12192000" cy="6850257"/>
          </a:xfrm>
          <a:prstGeom prst="rect">
            <a:avLst/>
          </a:prstGeom>
        </p:spPr>
      </p:pic>
      <p:pic>
        <p:nvPicPr>
          <p:cNvPr id="10" name="Picture 9" descr="The image depicts a diagram comparing abstract and technical scope, illustrating the design and simulation of a 4-bit Universal Shift Register using Logisim, with features like hold, shift right, shift left, and parallel load operations, supported by logic gates and D flip-flops, and verified through various test cases.&#10;&#10;AI-generated content may be incorrect.">
            <a:extLst>
              <a:ext uri="{FF2B5EF4-FFF2-40B4-BE49-F238E27FC236}">
                <a16:creationId xmlns:a16="http://schemas.microsoft.com/office/drawing/2014/main" id="{34479C3C-757B-93C9-69FE-DCED56A2E4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27" y="0"/>
            <a:ext cx="12150745" cy="6858000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F2A38"/>
                </a:solidFill>
              </a:defRPr>
            </a:pPr>
            <a:r>
              <a:t>Functional Theory &amp; Mode Operations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0728655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88575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1F2A38"/>
                </a:solidFill>
              </a:defRPr>
            </a:pPr>
            <a:r>
              <a:t>What is a Universal Shift Register?</a:t>
            </a:r>
          </a:p>
          <a:p>
            <a:pPr>
              <a:spcAft>
                <a:spcPts val="1600"/>
              </a:spcAft>
              <a:defRPr sz="1600">
                <a:solidFill>
                  <a:srgbClr val="1F2A38"/>
                </a:solidFill>
              </a:defRPr>
            </a:pPr>
            <a:r>
              <a:t>A Universal Shift Register (USR) is a highly versatile bidirectional sequential logic circuit capable of storing and manipulating data along its register line. It unifies serial-in/parallel-out and parallel-in/serial-out capabilities into a single cohesive chip design.</a:t>
            </a:r>
          </a:p>
          <a:p>
            <a:pPr>
              <a:spcAft>
                <a:spcPts val="1200"/>
              </a:spcAft>
              <a:defRPr sz="1600">
                <a:solidFill>
                  <a:srgbClr val="1F2A38"/>
                </a:solidFill>
              </a:defRPr>
            </a:pPr>
            <a:r>
              <a:t>The system relies on binary select wires (S1, S0) to change the routing behavior of internal steering logic networks on every clock edge:</a:t>
            </a:r>
          </a:p>
          <a:p>
            <a:pPr>
              <a:spcAft>
                <a:spcPts val="800"/>
              </a:spcAft>
              <a:defRPr sz="1500" b="1">
                <a:solidFill>
                  <a:srgbClr val="1F2A38"/>
                </a:solidFill>
              </a:defRPr>
            </a:pPr>
            <a:r>
              <a:t>  ➔ Mode [00] - Lock / Hold State: Data loops internally inside each stage. Memory is fully sustained without alterations.</a:t>
            </a:r>
          </a:p>
          <a:p>
            <a:pPr>
              <a:spcAft>
                <a:spcPts val="800"/>
              </a:spcAft>
              <a:defRPr sz="1500" b="1">
                <a:solidFill>
                  <a:srgbClr val="2563EB"/>
                </a:solidFill>
              </a:defRPr>
            </a:pPr>
            <a:r>
              <a:t>  ➔ Mode [01] - Shift Right: Bit structures slide from Left to Right (Q3 towards Q0). High-order input handles serial lines.</a:t>
            </a:r>
          </a:p>
          <a:p>
            <a:pPr>
              <a:spcAft>
                <a:spcPts val="800"/>
              </a:spcAft>
              <a:defRPr sz="1500" b="1">
                <a:solidFill>
                  <a:srgbClr val="2563EB"/>
                </a:solidFill>
              </a:defRPr>
            </a:pPr>
            <a:r>
              <a:t>  ➔ Mode [10] - Shift Left: Bit structures slide from Right to Left (Q0 towards Q3). Low-order input captures incoming strings.</a:t>
            </a:r>
          </a:p>
          <a:p>
            <a:pPr>
              <a:spcAft>
                <a:spcPts val="800"/>
              </a:spcAft>
              <a:defRPr sz="1500" b="1">
                <a:solidFill>
                  <a:srgbClr val="1F2A38"/>
                </a:solidFill>
              </a:defRPr>
            </a:pPr>
            <a:r>
              <a:t>  ➔ Mode [11] - Parallel Load: Overwrites every bit location simultaneously with fresh broadband inputs on a single pulse.</a:t>
            </a:r>
          </a:p>
        </p:txBody>
      </p:sp>
      <p:pic>
        <p:nvPicPr>
          <p:cNvPr id="7" name="Picture 6" descr="The image illustrates a Universal Shift Register (USR) with various modes of operation: Lock/Hold, Shift Right, Shift Left, and Parallel Load, demonstrating how data is routed and stored within the register.&#10;&#10;AI-generated content may be incorrect.">
            <a:extLst>
              <a:ext uri="{FF2B5EF4-FFF2-40B4-BE49-F238E27FC236}">
                <a16:creationId xmlns:a16="http://schemas.microsoft.com/office/drawing/2014/main" id="{A45F8E99-48E0-503D-151A-9ECA75136D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F2A38"/>
                </a:solidFill>
              </a:defRPr>
            </a:pPr>
            <a:r>
              <a:t>System Truth Table &amp; Routing Rules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72865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22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2296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EAEEF3"/>
                          </a:solidFill>
                        </a:defRPr>
                      </a:pPr>
                      <a:r>
                        <a:t>S1 (Select 1)</a:t>
                      </a:r>
                    </a:p>
                  </a:txBody>
                  <a:tcPr>
                    <a:solidFill>
                      <a:srgbClr val="11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EAEEF3"/>
                          </a:solidFill>
                        </a:defRPr>
                      </a:pPr>
                      <a:r>
                        <a:t>S0 (Select 0)</a:t>
                      </a:r>
                    </a:p>
                  </a:txBody>
                  <a:tcPr>
                    <a:solidFill>
                      <a:srgbClr val="11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EAEEF3"/>
                          </a:solidFill>
                        </a:defRPr>
                      </a:pPr>
                      <a:r>
                        <a:t>Operation Mode</a:t>
                      </a:r>
                    </a:p>
                  </a:txBody>
                  <a:tcPr>
                    <a:solidFill>
                      <a:srgbClr val="11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EAEEF3"/>
                          </a:solidFill>
                        </a:defRPr>
                      </a:pPr>
                      <a:r>
                        <a:t>Data Steering Logic Path</a:t>
                      </a:r>
                    </a:p>
                  </a:txBody>
                  <a:tcPr>
                    <a:solidFill>
                      <a:srgbClr val="111E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1F2A38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1F2A38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F2A38"/>
                          </a:solidFill>
                        </a:defRPr>
                      </a:pPr>
                      <a:r>
                        <a:t>Hold / No Change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F2A38"/>
                          </a:solidFill>
                        </a:defRPr>
                      </a:pPr>
                      <a:r>
                        <a:t>Qn  ➔  Dn (Output tracks back to own input)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1F2A38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1F2A38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F2A38"/>
                          </a:solidFill>
                        </a:defRPr>
                      </a:pPr>
                      <a:r>
                        <a:t>Shift Right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F2A38"/>
                          </a:solidFill>
                        </a:defRPr>
                      </a:pPr>
                      <a:r>
                        <a:t>Qn+1  ➔  Dn  (Serial input right hooks into Stage 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1F2A38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1F2A38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F2A38"/>
                          </a:solidFill>
                        </a:defRPr>
                      </a:pPr>
                      <a:r>
                        <a:t>Shift Left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F2A38"/>
                          </a:solidFill>
                        </a:defRPr>
                      </a:pPr>
                      <a:r>
                        <a:t>Qn-1  ➔  Dn  (Serial input left hooks into Stage 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1F2A38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1F2A38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F2A38"/>
                          </a:solidFill>
                        </a:defRPr>
                      </a:pPr>
                      <a:r>
                        <a:t>Parallel Load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F2A38"/>
                          </a:solidFill>
                        </a:defRPr>
                      </a:pPr>
                      <a:r>
                        <a:t>In  ➔  Dn (All external lines load simultaneously)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6" name="Picture 5" descr="The image illustrates a 4-bit Universal Shift Register, depicting its components and operations such as serial shifting, parallel loading, and various control inputs.&#10;&#10;AI-generated content may be incorrect.">
            <a:extLst>
              <a:ext uri="{FF2B5EF4-FFF2-40B4-BE49-F238E27FC236}">
                <a16:creationId xmlns:a16="http://schemas.microsoft.com/office/drawing/2014/main" id="{E3B491A2-92D7-F0F4-C18E-5CF73F3C92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F2A38"/>
                </a:solidFill>
              </a:defRPr>
            </a:pPr>
            <a:r>
              <a:t>Logisim Tool Setup &amp; Step-by-Step Simulation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3328416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2962656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2563EB"/>
                </a:solidFill>
              </a:defRPr>
            </a:pPr>
            <a:r>
              <a:t>1. Main Circuit Assembler</a:t>
            </a:r>
          </a:p>
          <a:p>
            <a:pPr>
              <a:spcAft>
                <a:spcPts val="1000"/>
              </a:spcAft>
              <a:defRPr sz="1400">
                <a:solidFill>
                  <a:srgbClr val="1F2A38"/>
                </a:solidFill>
              </a:defRPr>
            </a:pPr>
            <a:r>
              <a:t>Instantiate 4 instances of your custom MUX sub-circuit alongside 4 standard D-Flip Flops from Logisim's 'Memory' library tree. Wire the MUX outputs directly to the D-inputs.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425696" y="1645920"/>
            <a:ext cx="3328416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608576" y="1920240"/>
            <a:ext cx="2962656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10B981"/>
                </a:solidFill>
              </a:defRPr>
            </a:pPr>
            <a:r>
              <a:t>2. Control Routing</a:t>
            </a:r>
          </a:p>
          <a:p>
            <a:pPr>
              <a:spcAft>
                <a:spcPts val="1000"/>
              </a:spcAft>
              <a:defRPr sz="1400">
                <a:solidFill>
                  <a:srgbClr val="1F2A38"/>
                </a:solidFill>
              </a:defRPr>
            </a:pPr>
            <a:r>
              <a:t>Tie the Clock inputs of all 4 flip-flops together to a single global Clock item. Join the select wires S1 and S0 of all four MUX blocks together using a unified 2-bit Input Switch element.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8119872" y="1645920"/>
            <a:ext cx="3328416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02752" y="1920240"/>
            <a:ext cx="2962656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1F2A38"/>
                </a:solidFill>
              </a:defRPr>
            </a:pPr>
            <a:r>
              <a:t>3. Interactive Execution</a:t>
            </a:r>
          </a:p>
          <a:p>
            <a:pPr>
              <a:spcAft>
                <a:spcPts val="1000"/>
              </a:spcAft>
              <a:defRPr sz="1400">
                <a:solidFill>
                  <a:srgbClr val="1F2A38"/>
                </a:solidFill>
              </a:defRPr>
            </a:pPr>
            <a:r>
              <a:t>Use Logisim's 'Poke Tool' (Hand Icon) to dynamically alter the values of input pins. Step the system using Ctrl+T (Simulate ➔ Tick Half Cycle) to force register evaluations.</a:t>
            </a:r>
          </a:p>
        </p:txBody>
      </p:sp>
      <p:pic>
        <p:nvPicPr>
          <p:cNvPr id="11" name="Picture 10" descr="The image illustrates a digital circuit's test case, demonstrating the effects of various input combinations on a 4-bit register, showing the expected outputs for shifting operations.&#10;&#10;AI-generated content may be incorrect.">
            <a:extLst>
              <a:ext uri="{FF2B5EF4-FFF2-40B4-BE49-F238E27FC236}">
                <a16:creationId xmlns:a16="http://schemas.microsoft.com/office/drawing/2014/main" id="{88B18302-2EDB-69B9-9754-F4C6FBA1DE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F2A38"/>
                </a:solidFill>
              </a:defRPr>
            </a:pPr>
            <a:r>
              <a:t>Timing Constraints &amp; Logisim Troubleshooting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5120640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737360"/>
            <a:ext cx="457200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2563EB"/>
                </a:solidFill>
              </a:defRPr>
            </a:pPr>
            <a:r>
              <a:t>Logisim Troubleshooting Index</a:t>
            </a:r>
          </a:p>
          <a:p>
            <a:pPr>
              <a:spcAft>
                <a:spcPts val="800"/>
              </a:spcAft>
              <a:defRPr sz="1300">
                <a:solidFill>
                  <a:srgbClr val="1F2A38"/>
                </a:solidFill>
              </a:defRPr>
            </a:pPr>
            <a:r>
              <a:t>Problem: Blue Wires / Oscillation Error</a:t>
            </a:r>
            <a:br/>
            <a:r>
              <a:t> Fix: Ensure select lines S1, S0 are not floating. Verify that the loopback lines on Y0 don't cause illegal race paths.</a:t>
            </a:r>
          </a:p>
          <a:p>
            <a:pPr>
              <a:spcAft>
                <a:spcPts val="800"/>
              </a:spcAft>
              <a:defRPr sz="1300">
                <a:solidFill>
                  <a:srgbClr val="1F2A38"/>
                </a:solidFill>
              </a:defRPr>
            </a:pPr>
            <a:r>
              <a:t>Problem: Red Wires / Short Circuits</a:t>
            </a:r>
            <a:br/>
            <a:r>
              <a:t> Fix: Check that two gate outputs are never tied to the same physical wire point line.</a:t>
            </a:r>
          </a:p>
          <a:p>
            <a:pPr>
              <a:spcAft>
                <a:spcPts val="800"/>
              </a:spcAft>
              <a:defRPr sz="1300">
                <a:solidFill>
                  <a:srgbClr val="1F2A38"/>
                </a:solidFill>
              </a:defRPr>
            </a:pPr>
            <a:r>
              <a:t>Problem: Output changes without Clock ticks</a:t>
            </a:r>
            <a:br/>
            <a:r>
              <a:t> Fix: Verify that your asynchronous Reset pin is set high (Logic 1) during common operations.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463040"/>
            <a:ext cx="5120640" cy="4754880"/>
          </a:xfrm>
          <a:prstGeom prst="rect">
            <a:avLst/>
          </a:prstGeom>
          <a:solidFill>
            <a:srgbClr val="11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0" y="1737360"/>
            <a:ext cx="457200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10B981"/>
                </a:solidFill>
              </a:defRPr>
            </a:pPr>
            <a:r>
              <a:t>Hardware Performance Limits</a:t>
            </a:r>
          </a:p>
          <a:p>
            <a:pPr>
              <a:spcAft>
                <a:spcPts val="1000"/>
              </a:spcAft>
              <a:defRPr sz="1300">
                <a:solidFill>
                  <a:srgbClr val="EAEEF3"/>
                </a:solidFill>
              </a:defRPr>
            </a:pPr>
            <a:r>
              <a:t>• Setup Time (Tsu): Incoming data signals at MUX terminals must stabilize before the rising clock edge hits.</a:t>
            </a:r>
          </a:p>
          <a:p>
            <a:pPr>
              <a:spcAft>
                <a:spcPts val="1000"/>
              </a:spcAft>
              <a:defRPr sz="1300">
                <a:solidFill>
                  <a:srgbClr val="EAEEF3"/>
                </a:solidFill>
              </a:defRPr>
            </a:pPr>
            <a:r>
              <a:t>• Hold Time (Th): Data lines must remain rock solid after the clock transition to prevent flip-flop instability.</a:t>
            </a:r>
          </a:p>
          <a:p>
            <a:pPr>
              <a:spcAft>
                <a:spcPts val="1000"/>
              </a:spcAft>
              <a:defRPr sz="1300">
                <a:solidFill>
                  <a:srgbClr val="EAEEF3"/>
                </a:solidFill>
              </a:defRPr>
            </a:pPr>
            <a:r>
              <a:t>• Propagation Delay (Tpd): Accumulation of gate delays across NOT ➔ AND ➔ OR networks limits the maximum clock frequency (Fmax) of the overall register circuit assembly.</a:t>
            </a:r>
          </a:p>
        </p:txBody>
      </p:sp>
      <p:pic>
        <p:nvPicPr>
          <p:cNvPr id="9" name="Picture 8" descr="The image provides a troubleshooting guide for common issues in Logisim simulations, including hardware performance limits, timing constraints, and solutions for problems such as floating inputs, short circuits, and propagation delays.&#10;&#10;AI-generated content may be incorrect.">
            <a:extLst>
              <a:ext uri="{FF2B5EF4-FFF2-40B4-BE49-F238E27FC236}">
                <a16:creationId xmlns:a16="http://schemas.microsoft.com/office/drawing/2014/main" id="{0D9E1416-0C8D-3DCD-5ACB-F82C206FA3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image features a cheerful, vibrant design with a thank you message, an attention symbol, and options to ask questions or offer suggestions, promoting collaboration, learning, and sharing ideas.&#10;&#10;AI-generated content may be incorrect.">
            <a:extLst>
              <a:ext uri="{FF2B5EF4-FFF2-40B4-BE49-F238E27FC236}">
                <a16:creationId xmlns:a16="http://schemas.microsoft.com/office/drawing/2014/main" id="{40097133-57CD-4BEB-A810-4426C3380C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2350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222</TotalTime>
  <Words>698</Words>
  <Application>Microsoft Office PowerPoint</Application>
  <PresentationFormat>Widescreen</PresentationFormat>
  <Paragraphs>58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Century Gothic</vt:lpstr>
      <vt:lpstr>Wingdings 3</vt:lpstr>
      <vt:lpstr>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saathvika chiluvuri</cp:lastModifiedBy>
  <cp:revision>8</cp:revision>
  <dcterms:created xsi:type="dcterms:W3CDTF">2013-01-27T09:14:16Z</dcterms:created>
  <dcterms:modified xsi:type="dcterms:W3CDTF">2026-10-15T02:31:15Z</dcterms:modified>
  <cp:category/>
</cp:coreProperties>
</file>